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各位老师好，我汇报的项目是“基于AI大模型的声纹感知助残智能手表”，这是我们校级大学生创新创业训练计划项目的结题答辩。[停顿]</a:t>
            </a:r>
          </a:p>
          <a:p>
            <a:r>
              <a:rPr lang="zh-CN" dirty="0"/>
              <a:t>本项目围绕助残场景，重点完成了可穿戴交互底座、离线危险声音识别，以及联网 AI 对话扩展链路的阶段性验证。</a:t>
            </a:r>
          </a:p>
          <a:p>
            <a:endParaRPr lang="zh-CN" dirty="0"/>
          </a:p>
          <a:p>
            <a:r>
              <a:rPr lang="zh-CN" dirty="0"/>
              <a:t>要点：① 交代项目名称与答辩主题 ② 说明本次汇报聚焦阶段性成果 ③ 引出后续技术亮点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首先说明我们为什么要做这个项目。</a:t>
            </a:r>
          </a:p>
          <a:p>
            <a:r>
              <a:rPr lang="zh-CN" dirty="0"/>
              <a:t>对于视障和听障群体来说，日常出行和交流中有大量关键环境信息是通过声音传递的，例如鸣笛、警笛和他人呼叫。[停顿]</a:t>
            </a:r>
          </a:p>
          <a:p>
            <a:r>
              <a:rPr lang="zh-CN" dirty="0"/>
              <a:t>因此，我们希望把这些高风险声音信息转化为腕上设备可及时理解的反馈，并进一步探索在嵌入式端稳定落地的可能性。</a:t>
            </a:r>
          </a:p>
          <a:p>
            <a:endParaRPr lang="zh-CN" dirty="0"/>
          </a:p>
          <a:p>
            <a:r>
              <a:rPr lang="zh-CN" dirty="0"/>
              <a:t>要点：① 助残场景需求明确 ② 危险声音感知具有现实价值 ③ 工程落地难度也是研究意义的一部分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在明确需求以后，我们没有平均用力，而是做了阶段性的路线收敛。</a:t>
            </a:r>
          </a:p>
          <a:p>
            <a:r>
              <a:rPr lang="zh-CN" dirty="0"/>
              <a:t>立项目标原本比较完整，但在实际推进中，我们优先聚焦三个方面：嵌入式交互底座、离线危险识别，以及联网 AI 扩展。[停顿]</a:t>
            </a:r>
          </a:p>
          <a:p>
            <a:r>
              <a:rPr lang="zh-CN" dirty="0"/>
              <a:t>这样做的目的，是先形成一个真正可运行、可验证、可继续迭代的原型，而不是只停留在功能设想层面。</a:t>
            </a:r>
          </a:p>
          <a:p>
            <a:endParaRPr lang="zh-CN" dirty="0"/>
          </a:p>
          <a:p>
            <a:r>
              <a:rPr lang="zh-CN" dirty="0"/>
              <a:t>要点：① 说明立项目标与当前阶段的关系 ② 强调三条主线 ③ 说明“阶段性原型验证”的定位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接下来介绍系统整体是怎样组织起来的。</a:t>
            </a:r>
          </a:p>
          <a:p>
            <a:r>
              <a:rPr lang="zh-CN" dirty="0"/>
              <a:t>当前系统已经形成显示触摸、联网服务、危险检测和 AI 对话四个关键模块，并由 ESP32-S3 作为主控统一调度。[停顿]</a:t>
            </a:r>
          </a:p>
          <a:p>
            <a:r>
              <a:rPr lang="zh-CN" dirty="0"/>
              <a:t>整体运行模式是前台界面优先可用，后台持续完成联网探测、危险识别和会话准备，这样更符合手表类设备的使用场景。</a:t>
            </a:r>
          </a:p>
          <a:p>
            <a:endParaRPr lang="zh-CN" dirty="0"/>
          </a:p>
          <a:p>
            <a:r>
              <a:rPr lang="zh-CN" dirty="0"/>
              <a:t>要点：① 明确四个关键模块 ② 说明模块间关系 ③ 强调前后台分工的工程价值</a:t>
            </a:r>
          </a:p>
          <a:p>
            <a:r>
              <a:rPr lang="zh-CN" dirty="0"/>
              <a:t>时长：0.7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这也是本次结题答辩最核心的一页。</a:t>
            </a:r>
          </a:p>
          <a:p>
            <a:r>
              <a:rPr lang="zh-CN" dirty="0"/>
              <a:t>我们的危险声音识别链路部署在端侧，本地完成音频采集、重采样、滑窗推理和后处理，不依赖云端实时返回。[停顿]</a:t>
            </a:r>
          </a:p>
          <a:p>
            <a:r>
              <a:rPr lang="zh-CN" dirty="0"/>
              <a:t>当前重点覆盖喇叭、警笛和背景音三类结果，并且已经在真机上实现识别后联动红屏与提示音，这说明它不只是模型演示，而是已经进入实际交互闭环。</a:t>
            </a:r>
          </a:p>
          <a:p>
            <a:endParaRPr lang="zh-CN" dirty="0"/>
          </a:p>
          <a:p>
            <a:r>
              <a:rPr lang="zh-CN" dirty="0"/>
              <a:t>要点：① 说明为什么必须做离线识别 ② 讲清楚处理流程 ③ 强调真机告警闭环已经跑通</a:t>
            </a:r>
          </a:p>
          <a:p>
            <a:r>
              <a:rPr lang="zh-CN" dirty="0"/>
              <a:t>时长：0.9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在核心识别能力之外，我们也重点处理了系统级联动问题。</a:t>
            </a:r>
          </a:p>
          <a:p>
            <a:r>
              <a:rPr lang="zh-CN" dirty="0"/>
              <a:t>从启动流程看，硬件初始化、LVGL 主任务、网络服务、危险检测服务和 AI 对话服务已经形成清晰分工。[停顿]</a:t>
            </a:r>
          </a:p>
          <a:p>
            <a:r>
              <a:rPr lang="zh-CN" dirty="0"/>
              <a:t>尤其是 UI 单线程刷新与后台任务并行运行的设计，帮助我们降低了线程竞争和界面异常风险，也让识别、联网和页面展示能够协同工作。</a:t>
            </a:r>
          </a:p>
          <a:p>
            <a:endParaRPr lang="zh-CN" dirty="0"/>
          </a:p>
          <a:p>
            <a:r>
              <a:rPr lang="zh-CN" dirty="0"/>
              <a:t>要点：① 说明系统不是单模块堆叠 ② 强调服务之间的职责划分 ③ 突出界面、识别和联网的联动闭环</a:t>
            </a:r>
          </a:p>
          <a:p>
            <a:r>
              <a:rPr lang="zh-CN" dirty="0"/>
              <a:t>时长：0.6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这一页主要展示当前原型的可视化表现。</a:t>
            </a:r>
          </a:p>
          <a:p>
            <a:r>
              <a:rPr lang="zh-CN" dirty="0"/>
              <a:t>目前答辩材料中已经整理出主界面截图和 AI 对话页面截图，可以看到页面入口、状态展示和消息区已经形成比较清晰的交互骨架。[停顿]</a:t>
            </a:r>
          </a:p>
          <a:p>
            <a:r>
              <a:rPr lang="zh-CN" dirty="0"/>
              <a:t>左侧预留了实物照片和结构视图位置，后续补入实拍素材后，可以更完整地支撑项目展示。</a:t>
            </a:r>
          </a:p>
          <a:p>
            <a:endParaRPr lang="zh-CN" dirty="0"/>
          </a:p>
          <a:p>
            <a:r>
              <a:rPr lang="zh-CN" dirty="0"/>
              <a:t>要点：① 展示当前已有页面证据 ② 说明原型具备实际界面形态 ③ 交代实物图后续可继续补强</a:t>
            </a:r>
          </a:p>
          <a:p>
            <a:r>
              <a:rPr lang="zh-CN" dirty="0"/>
              <a:t>时长：0.4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综合来看，本项目已经完成了较扎实的阶段性成果。</a:t>
            </a:r>
          </a:p>
          <a:p>
            <a:r>
              <a:rPr lang="zh-CN" dirty="0"/>
              <a:t>第一，我们完成了可运行手表原型和多页面交互底座；第二，完成了离线危险声音识别与提示闭环；第三，完成了联网 AI 对话扩展底座的接入。[停顿]</a:t>
            </a:r>
          </a:p>
          <a:p>
            <a:r>
              <a:rPr lang="zh-CN" dirty="0"/>
              <a:t>项目的创新点主要体现在端侧 AI、助残导向设计和模块化系统集成三者的结合，这也构成了项目的核心特色。</a:t>
            </a:r>
          </a:p>
          <a:p>
            <a:endParaRPr lang="zh-CN" dirty="0"/>
          </a:p>
          <a:p>
            <a:r>
              <a:rPr lang="zh-CN" dirty="0"/>
              <a:t>要点：① 概括三项阶段性成果 ② 提炼项目创新点 ③ 说明其对后续迭代的价值</a:t>
            </a:r>
          </a:p>
          <a:p>
            <a:r>
              <a:rPr lang="zh-CN" dirty="0"/>
              <a:t>时长：0.5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最后汇报目前仍存在的问题以及下一步方向。</a:t>
            </a:r>
          </a:p>
          <a:p>
            <a:r>
              <a:rPr lang="zh-CN" dirty="0"/>
              <a:t>和立项设想相比，心率、BLE 协同、更多识别类别、长期稳定性和正式用户研究还需要继续推进。[停顿]</a:t>
            </a:r>
          </a:p>
          <a:p>
            <a:r>
              <a:rPr lang="zh-CN" dirty="0"/>
              <a:t>但从当前结果看，项目已经建立起较完整的工程底座，后续只要沿着感知扩展、稳定性优化和用户验证三条线继续深化，就具备进一步产品化验证的基础。</a:t>
            </a:r>
          </a:p>
          <a:p>
            <a:endParaRPr lang="zh-CN" dirty="0"/>
          </a:p>
          <a:p>
            <a:r>
              <a:rPr lang="zh-CN" dirty="0"/>
              <a:t>要点：① 坦诚说明当前不足 ② 给出清晰的后续路线 ③ 以“具备继续深化基础”作为结尾</a:t>
            </a:r>
          </a:p>
          <a:p>
            <a:r>
              <a:rPr lang="zh-CN" dirty="0"/>
              <a:t>时长：0.3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