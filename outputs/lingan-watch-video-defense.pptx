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d5169de1e4ac5" /><Relationship Type="http://schemas.openxmlformats.org/officeDocument/2006/relationships/extended-properties" Target="/docProps/app.xml" Id="Rb829d131fe044fc8" /><Relationship Type="http://schemas.openxmlformats.org/officeDocument/2006/relationships/officeDocument" Target="/ppt/presentation.xml" Id="R6f1b2d1ab4e941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9fa2f5a5264615"/>
  </p:sldMasterIdLst>
  <p:notesMasterIdLst>
    <p:notesMasterId xmlns:r="http://schemas.openxmlformats.org/officeDocument/2006/relationships" r:id="R6f586cdc44d34e6c"/>
  </p:notesMasterIdLst>
  <p:sldIdLst>
    <p:sldId xmlns:r="http://schemas.openxmlformats.org/officeDocument/2006/relationships" id="256" r:id="R1dc975384b6e4271"/>
    <p:sldId xmlns:r="http://schemas.openxmlformats.org/officeDocument/2006/relationships" id="257" r:id="R86cc49b3da6943c3"/>
    <p:sldId xmlns:r="http://schemas.openxmlformats.org/officeDocument/2006/relationships" id="258" r:id="R7232f277d95344dc"/>
    <p:sldId xmlns:r="http://schemas.openxmlformats.org/officeDocument/2006/relationships" id="259" r:id="R978b12833ebb426f"/>
    <p:sldId xmlns:r="http://schemas.openxmlformats.org/officeDocument/2006/relationships" id="260" r:id="Re63a6b744b5a4ab0"/>
    <p:sldId xmlns:r="http://schemas.openxmlformats.org/officeDocument/2006/relationships" id="261" r:id="R2453619b86d44c5f"/>
    <p:sldId xmlns:r="http://schemas.openxmlformats.org/officeDocument/2006/relationships" id="262" r:id="R3fe1ccf11a52451e"/>
    <p:sldId xmlns:r="http://schemas.openxmlformats.org/officeDocument/2006/relationships" id="263" r:id="R28f0a787f85a4ca5"/>
    <p:sldId xmlns:r="http://schemas.openxmlformats.org/officeDocument/2006/relationships" id="264" r:id="R85b5016e84154e97"/>
    <p:sldId xmlns:r="http://schemas.openxmlformats.org/officeDocument/2006/relationships" id="265" r:id="R18de9ba90f2641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950a2177cc4b62" /><Relationship Type="http://schemas.openxmlformats.org/officeDocument/2006/relationships/slideMaster" Target="/ppt/slideMasters/slideMaster1.xml" Id="Rcd9fa2f5a5264615" /><Relationship Type="http://schemas.openxmlformats.org/officeDocument/2006/relationships/notesMaster" Target="/ppt/notesMasters/notesMaster1.xml" Id="R6f586cdc44d34e6c" /><Relationship Type="http://schemas.openxmlformats.org/officeDocument/2006/relationships/presProps" Target="/ppt/presProps.xml" Id="R09c4e3dcb8b34626" /><Relationship Type="http://schemas.openxmlformats.org/officeDocument/2006/relationships/tableStyles" Target="/ppt/tableStyles.xml" Id="Raec714c5354c4915" /><Relationship Type="http://schemas.openxmlformats.org/officeDocument/2006/relationships/slide" Target="/ppt/slides/slide1.xml" Id="R1dc975384b6e4271" /><Relationship Type="http://schemas.openxmlformats.org/officeDocument/2006/relationships/slide" Target="/ppt/slides/slide2.xml" Id="R86cc49b3da6943c3" /><Relationship Type="http://schemas.openxmlformats.org/officeDocument/2006/relationships/slide" Target="/ppt/slides/slide3.xml" Id="R7232f277d95344dc" /><Relationship Type="http://schemas.openxmlformats.org/officeDocument/2006/relationships/slide" Target="/ppt/slides/slide4.xml" Id="R978b12833ebb426f" /><Relationship Type="http://schemas.openxmlformats.org/officeDocument/2006/relationships/slide" Target="/ppt/slides/slide5.xml" Id="Re63a6b744b5a4ab0" /><Relationship Type="http://schemas.openxmlformats.org/officeDocument/2006/relationships/slide" Target="/ppt/slides/slide6.xml" Id="R2453619b86d44c5f" /><Relationship Type="http://schemas.openxmlformats.org/officeDocument/2006/relationships/slide" Target="/ppt/slides/slide7.xml" Id="R3fe1ccf11a52451e" /><Relationship Type="http://schemas.openxmlformats.org/officeDocument/2006/relationships/slide" Target="/ppt/slides/slide8.xml" Id="R28f0a787f85a4ca5" /><Relationship Type="http://schemas.openxmlformats.org/officeDocument/2006/relationships/slide" Target="/ppt/slides/slide9.xml" Id="R85b5016e84154e97" /><Relationship Type="http://schemas.openxmlformats.org/officeDocument/2006/relationships/slide" Target="/ppt/slides/slide10.xml" Id="R18de9ba90f2641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b260466d741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8bdb0cdd14987" /><Relationship Type="http://schemas.openxmlformats.org/officeDocument/2006/relationships/notesMaster" Target="/ppt/notesMasters/notesMaster1.xml" Id="R4f85defa178b45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03b158e351436a" /><Relationship Type="http://schemas.openxmlformats.org/officeDocument/2006/relationships/notesMaster" Target="/ppt/notesMasters/notesMaster1.xml" Id="Raaa049faa15749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b55e90fe4e46ae" /><Relationship Type="http://schemas.openxmlformats.org/officeDocument/2006/relationships/notesMaster" Target="/ppt/notesMasters/notesMaster1.xml" Id="Rd86aab1ba874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f4b6a2f87045a9" /><Relationship Type="http://schemas.openxmlformats.org/officeDocument/2006/relationships/notesMaster" Target="/ppt/notesMasters/notesMaster1.xml" Id="R1b047d3cca2148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e88f5a8d34c08" /><Relationship Type="http://schemas.openxmlformats.org/officeDocument/2006/relationships/notesMaster" Target="/ppt/notesMasters/notesMaster1.xml" Id="Rb6108d5e9e3946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e1981cf6db4cee" /><Relationship Type="http://schemas.openxmlformats.org/officeDocument/2006/relationships/notesMaster" Target="/ppt/notesMasters/notesMaster1.xml" Id="R777d3ddf8a5d4a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27ecea42a64e89" /><Relationship Type="http://schemas.openxmlformats.org/officeDocument/2006/relationships/notesMaster" Target="/ppt/notesMasters/notesMaster1.xml" Id="R9385a09b273d42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573699f47f4a58" /><Relationship Type="http://schemas.openxmlformats.org/officeDocument/2006/relationships/notesMaster" Target="/ppt/notesMasters/notesMaster1.xml" Id="R44accb90e1e645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523952d9c14feb" /><Relationship Type="http://schemas.openxmlformats.org/officeDocument/2006/relationships/notesMaster" Target="/ppt/notesMasters/notesMaster1.xml" Id="R37f77fa5a81d4c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fbcc3fee334354" /><Relationship Type="http://schemas.openxmlformats.org/officeDocument/2006/relationships/notesMaster" Target="/ppt/notesMasters/notesMaster1.xml" Id="Rad2665a606cd4e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开场先用一句话讲清作品：这是一块给听障用户用的边缘 AI 安全提醒手表。</a:t>
            </a:r>
          </a:p>
          <a:p xmlns:a="http://schemas.openxmlformats.org/drawingml/2006/main">
            <a:r>
              <a:t>视频画面建议从成品外观或佩戴镜头切入，再进入 PPT 标题页。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这一页讲问题，不急着讲技术。</a:t>
            </a:r>
          </a:p>
          <a:p xmlns:a="http://schemas.openxmlformats.org/drawingml/2006/main">
            <a:r>
              <a:t>画面可以配出行或公共场所镜头，重点说明听障用户需要把声音线索转成视觉和触觉提醒。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总览页用五个短语建立作品结构。</a:t>
            </a:r>
          </a:p>
          <a:p xmlns:a="http://schemas.openxmlformats.org/drawingml/2006/main">
            <a:r>
              <a:t>强调主线是端侧识别和本地提醒，App 与 Hermes 是补充能力。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这一页解释系统边界。</a:t>
            </a:r>
          </a:p>
          <a:p xmlns:a="http://schemas.openxmlformats.org/drawingml/2006/main">
            <a:r>
              <a:t>拍摄时可以在架构图后切实物：麦克风采集、屏幕提醒、震动和手机通知分别给短镜头。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这一页对应完成度和平台利用率。</a:t>
            </a:r>
          </a:p>
          <a:p xmlns:a="http://schemas.openxmlformats.org/drawingml/2006/main">
            <a:r>
              <a:t>实拍时按整体到局部拍摄，把 PPT 图和真实硬件画面衔接起来。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这里讲清训练和部署的分工：训练在 PC，推理在 ESP32-S3。</a:t>
            </a:r>
          </a:p>
          <a:p xmlns:a="http://schemas.openxmlformats.org/drawingml/2006/main">
            <a:r>
              <a:t>PyTorch 只作为 PC 端训练评估环境，手表端运行 ESP-DL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这一页接真机演示：播放危险声后先看手表屏幕和震动，而不是先看手机。</a:t>
            </a:r>
          </a:p>
          <a:p xmlns:a="http://schemas.openxmlformats.org/drawingml/2006/main">
            <a:r>
              <a:t>强调状态机的价值是减少误触发，同时保持本地提醒速度。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这一页是拍摄清单，也是视频的证据结构。</a:t>
            </a:r>
          </a:p>
          <a:p xmlns:a="http://schemas.openxmlformats.org/drawingml/2006/main">
            <a:r>
              <a:t>每组镜头保持短而清楚，长时间运行或文件查看可以快进。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指标页只讲评委最容易记住的数字。</a:t>
            </a:r>
          </a:p>
          <a:p xmlns:a="http://schemas.openxmlformats.org/drawingml/2006/main">
            <a:r>
              <a:t>说明测试范围是当前已验证的危险声类别，不展开内部模型迭代名。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结尾回到作品价值：可佩戴、本地可靠、远程补充、可持续优化。</a:t>
            </a:r>
          </a:p>
          <a:p xmlns:a="http://schemas.openxmlformats.org/drawingml/2006/main">
            <a:r>
              <a:t>最后用实物或告警镜头收束，避免停在纯文字页。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f1c84e85343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c98f383634163" /><Relationship Type="http://schemas.openxmlformats.org/officeDocument/2006/relationships/slideLayout" Target="/ppt/slideLayouts/slideLayout1.xml" Id="Ra86a07b4ca4a46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a07b4ca4a46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fac1ebeab465c" /><Relationship Type="http://schemas.openxmlformats.org/officeDocument/2006/relationships/notesSlide" Target="/ppt/notesSlides/notesSlide1.xml" Id="R98426d41fe6d4c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c228b2be54985" /><Relationship Type="http://schemas.openxmlformats.org/officeDocument/2006/relationships/image" Target="/ppt/media/image.png" Id="R103196989a1f4da0" /><Relationship Type="http://schemas.openxmlformats.org/officeDocument/2006/relationships/notesSlide" Target="/ppt/notesSlides/notesSlide2.xml" Id="Rb5dccd357d7345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487bd41284225" /><Relationship Type="http://schemas.openxmlformats.org/officeDocument/2006/relationships/image" Target="/ppt/media/image2.png" Id="R626153ad38f34e44" /><Relationship Type="http://schemas.openxmlformats.org/officeDocument/2006/relationships/notesSlide" Target="/ppt/notesSlides/notesSlide3.xml" Id="Rf4452955aaf840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4efad1b2d4447" /><Relationship Type="http://schemas.openxmlformats.org/officeDocument/2006/relationships/image" Target="/ppt/media/image3.png" Id="R44f19f7278f54c5d" /><Relationship Type="http://schemas.openxmlformats.org/officeDocument/2006/relationships/notesSlide" Target="/ppt/notesSlides/notesSlide4.xml" Id="R72836070425c42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0ed09a2c7459b" /><Relationship Type="http://schemas.openxmlformats.org/officeDocument/2006/relationships/image" Target="/ppt/media/image4.png" Id="Rf6cf0c35d946439d" /><Relationship Type="http://schemas.openxmlformats.org/officeDocument/2006/relationships/image" Target="/ppt/media/image5.png" Id="R8a1b8e4747f343b4" /><Relationship Type="http://schemas.openxmlformats.org/officeDocument/2006/relationships/image" Target="/ppt/media/image6.png" Id="R8bbdaa49bd2848d6" /><Relationship Type="http://schemas.openxmlformats.org/officeDocument/2006/relationships/notesSlide" Target="/ppt/notesSlides/notesSlide5.xml" Id="R0270c8ea39df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8ade7c5974a00" /><Relationship Type="http://schemas.openxmlformats.org/officeDocument/2006/relationships/image" Target="/ppt/media/image7.png" Id="R6a4c3ce716d4445b" /><Relationship Type="http://schemas.openxmlformats.org/officeDocument/2006/relationships/notesSlide" Target="/ppt/notesSlides/notesSlide6.xml" Id="Rb8a68685de7d4b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f9a914fe4b7d" /><Relationship Type="http://schemas.openxmlformats.org/officeDocument/2006/relationships/image" Target="/ppt/media/image8.png" Id="R85b065f15c524ab9" /><Relationship Type="http://schemas.openxmlformats.org/officeDocument/2006/relationships/notesSlide" Target="/ppt/notesSlides/notesSlide7.xml" Id="Rc9c3e42b72a94d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f16a85c9d40f4" /><Relationship Type="http://schemas.openxmlformats.org/officeDocument/2006/relationships/image" Target="/ppt/media/image9.png" Id="Refe1f98afd154be9" /><Relationship Type="http://schemas.openxmlformats.org/officeDocument/2006/relationships/notesSlide" Target="/ppt/notesSlides/notesSlide8.xml" Id="Rdd6053b272b94f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3d0407cad4de6" /><Relationship Type="http://schemas.openxmlformats.org/officeDocument/2006/relationships/notesSlide" Target="/ppt/notesSlides/notesSlide9.xml" Id="R743fece31c554e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7ef3fa6ec4f2a" /><Relationship Type="http://schemas.openxmlformats.org/officeDocument/2006/relationships/notesSlide" Target="/ppt/notesSlides/notesSlide10.xml" Id="R90286bf738e149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560F2-E9BA-44DB-AE65-F6E948C8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A5C1A-F2C9-408A-8B77-DBC91DB9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2F01-1A45-49E2-9DE0-DD30B57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10275-D30C-44C5-83E2-F4DF369F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聆安 Watch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33401-548A-4E4C-86D5-E8AEF1CB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面向听障人群的边缘 AI 安全提醒手表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5815D-17C1-41A1-B69A-2BF45979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ESP32-S3 端侧识别 / ESP-DL int8 部署 / 屏幕与震动本地提醒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79BA3-7E8D-46DD-B83A-A5109780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29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0B2B4C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ESP32-S3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0A0E6-5D57-4895-93E5-BE75731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1965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11430">
            <a:solidFill>
              <a:srgbClr val="13B8C6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ESP-DL 端侧识别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FF7AB-9F45-4F58-8491-424F8F6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1965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屏幕 + 震动提醒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841F3-07A9-4162-8016-2C17E0E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965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App 远程补充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00C56-C827-49E0-87A6-873E06CD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62050"/>
            <a:ext cx="3181350" cy="373380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本地安全闭环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1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1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随身任务辅助</a:t>
            </a:r>
          </a:p>
        </p:txBody>
      </p:sp>
    </p:spTree>
    <p:extLst>
      <p:ext uri="{BB962C8B-B14F-4D97-AF65-F5344CB8AC3E}">
        <p14:creationId xmlns:p14="http://schemas.microsoft.com/office/powerpoint/2010/main" val="1702804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439EE-90F1-44EE-9D44-3A197BA6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D6533-9658-419E-ACE0-68D09D04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D17A2-316B-418B-9D32-16EE9DFF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A2983-2944-4F76-AF57-BAD509B4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应用背景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96B0F-4FF6-459A-851A-7573A5C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把危险声转换成看得见、感得到的提醒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4BC6E-03B8-427D-9015-BD20414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720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  <p:txBody>
          <a:bodyPr xmlns:a="http://schemas.openxmlformats.org/drawingml/2006/main" lIns="266700" tIns="209550" rIns="19050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8131C-2D29-4536-A88C-D200CC8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B6C0E-076A-492F-8383-192ED8E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日常出行：车辆鸣笛常常来得突然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70B9C-8587-4FE7-8068-FD7E810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37B91-FD59-4E46-A5C2-61EE3A8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公共场所：警笛和提示音容易被错过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A0C87-9589-4C7E-8FB1-513BC9AF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7FE37-CA4C-449A-84DD-9E05CDAE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手机不一定在手边，单靠 App 不可靠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6CA21-3110-4A92-A237-D435000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CB1CC-652B-4314-98DF-A72934C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安全提醒必须靠近身体，并能离线工作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196989a1f4da0"/>
          <a:stretch xmlns:a="http://schemas.openxmlformats.org/drawingml/2006/main"/>
        </p:blipFill>
        <p:spPr>
          <a:xfrm xmlns:a="http://schemas.openxmlformats.org/drawingml/2006/main">
            <a:off x="6134100" y="1959769"/>
            <a:ext cx="5257800" cy="29575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8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A7C41-676E-47C3-8F5D-7360DC8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BA918-F7B7-497D-907D-291ACC7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8E908-7B4A-4A89-A037-2F6354B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FAD92-9692-4851-9870-67C191FC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作品总览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61424-6956-43A9-BE51-0238829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作品围绕五个能力形成随身安全闭环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153ad38f34e44"/>
          <a:stretch xmlns:a="http://schemas.openxmlformats.org/drawingml/2006/main"/>
        </p:blipFill>
        <p:spPr>
          <a:xfrm xmlns:a="http://schemas.openxmlformats.org/drawingml/2006/main">
            <a:off x="704850" y="1566267"/>
            <a:ext cx="5810250" cy="32682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63A4E-1072-43B9-B454-39A832E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11430">
            <a:solidFill>
              <a:srgbClr val="13B8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5DFBB-ED7C-4CD1-9EA5-E8C082D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71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端侧识别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FD067-C864-4B53-9F82-16A2654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鸣笛、警笛在手表端判断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586BC-860E-497F-8C72-C8A5DB83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526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A521-67C1-47AC-B544-A28F78EF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本地提醒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9D7AD-9EBC-4A3E-8A29-815FBD4E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高对比屏幕 + 短促强震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BD2C3-4BEE-42F6-9651-9DF2CC20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384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F80EE-1F88-4B09-B266-D2AF0626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43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App 补充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8F5C6-A4D3-43BD-BE4D-B47C2910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手机端远程获知告警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819CE-B376-416B-875D-87F514A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6AC5E-ED13-4E86-9027-E43CA655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29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样本闭环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B01AC-E72B-46AE-9C65-212D33B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SD 保存 WAV 与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C3671-13A3-4A65-949A-B7B2F4E2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100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EF328-F686-42EE-9402-18AC998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Hermes 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C1845-E6D5-4316-A621-B0728133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任务记录与回执接收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E642A-B61A-4C63-AD9A-1DCF6F01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9112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核心安全提醒不依赖网络，云服务端和 App 负责远程补充。</a:t>
            </a:r>
          </a:p>
        </p:txBody>
      </p:sp>
    </p:spTree>
    <p:extLst>
      <p:ext uri="{BB962C8B-B14F-4D97-AF65-F5344CB8AC3E}">
        <p14:creationId xmlns:p14="http://schemas.microsoft.com/office/powerpoint/2010/main" val="432467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B8F0D3-77BE-47C3-8E19-DD88E49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C7D85-92CD-45BA-838D-81A42BD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D9FA-6EDD-4830-8AB7-BC7E3A3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86C0-B6E9-4917-93EE-61FBC720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1022E-FC26-4EF2-A711-C2E109C5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手表端先完成本地安全决策，远程链路只做补充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19f7278f54c5d"/>
          <a:stretch xmlns:a="http://schemas.openxmlformats.org/drawingml/2006/main"/>
        </p:blipFill>
        <p:spPr>
          <a:xfrm xmlns:a="http://schemas.openxmlformats.org/drawingml/2006/main">
            <a:off x="885825" y="1428750"/>
            <a:ext cx="7315200" cy="4114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6DDE8-19D5-45DB-9A01-0E80F888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514600" cy="3333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  <p:txBody>
          <a:bodyPr xmlns:a="http://schemas.openxmlformats.org/drawingml/2006/main" lIns="209550" tIns="190500" rIns="19050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架构边界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4174D-4418-4D41-896C-5842980B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7BCD-918D-4717-AC20-11758C67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麦克风到告警均在板端闭环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50313-7A65-4FC1-90A8-B1A2530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351DF-3F82-4FBF-84B1-C887E84A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云服务端接收危险事件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29F5A-3452-4124-8585-47914479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675A1-3228-40A0-B292-6EB4529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App/手机端作为远程提醒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34F13-206D-4CA7-AA4E-BD266626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14876-CE77-4627-9D92-1D0D2F2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SD 卡保留本地复盘样本</a:t>
            </a:r>
          </a:p>
        </p:txBody>
      </p:sp>
    </p:spTree>
    <p:extLst>
      <p:ext uri="{BB962C8B-B14F-4D97-AF65-F5344CB8AC3E}">
        <p14:creationId xmlns:p14="http://schemas.microsoft.com/office/powerpoint/2010/main" val="652380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F6658-F9B8-4985-9E9C-C44BC18A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0B48-BBD0-4BC9-BBCC-D34301A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C6B00-E644-4D17-82E1-EBD4BB64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23B65-FB3E-4EC0-9867-BD6407DA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硬件与平台利用率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85D47-A918-4D5A-9378-1A8B0AC5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硬件工作量已经落到主控、音频、显示、震动和存储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A0D16-0788-4F6B-977C-6177E21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0B2B4C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7CF1C-7FF0-42AB-B438-8B3008E8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11430">
            <a:solidFill>
              <a:srgbClr val="13B8C6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双 MEMS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B6E23-104D-453C-ACC7-7438665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ES7210 / ES8311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F6294-0EC1-4FDC-826C-0D5FAC79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28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AMOLED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44A74-9569-42C9-8074-FFF9905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马达提醒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747C3-0852-413D-A73C-17A3B3B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28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SD 存储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f0c35d946439d"/>
          <a:stretch xmlns:a="http://schemas.openxmlformats.org/drawingml/2006/main"/>
        </p:blipFill>
        <p:spPr>
          <a:xfrm xmlns:a="http://schemas.openxmlformats.org/drawingml/2006/main">
            <a:off x="685800" y="2291864"/>
            <a:ext cx="3524250" cy="1874222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b8e4747f343b4"/>
          <a:stretch xmlns:a="http://schemas.openxmlformats.org/drawingml/2006/main"/>
        </p:blipFill>
        <p:spPr>
          <a:xfrm xmlns:a="http://schemas.openxmlformats.org/drawingml/2006/main">
            <a:off x="4476303" y="2047875"/>
            <a:ext cx="2839344" cy="23622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daa49bd2848d6"/>
          <a:stretch xmlns:a="http://schemas.openxmlformats.org/drawingml/2006/main"/>
        </p:blipFill>
        <p:spPr>
          <a:xfrm xmlns:a="http://schemas.openxmlformats.org/drawingml/2006/main">
            <a:off x="7581453" y="2047875"/>
            <a:ext cx="2839344" cy="23622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A7996-9004-4B80-A806-16FF3E19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系统原理图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29617-A880-4B2C-9EAF-A201FF66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PCB 顶层布局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90159-81F1-4A6B-A239-6180699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PCB 底层布局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5CB68-45FE-45E9-B6DB-5A4188F7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838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整机外观、PCB 布局、音频采集、显示触摸、震动提醒和 SD 存储共同支撑可穿戴闭环。</a:t>
            </a:r>
          </a:p>
        </p:txBody>
      </p:sp>
    </p:spTree>
    <p:extLst>
      <p:ext uri="{BB962C8B-B14F-4D97-AF65-F5344CB8AC3E}">
        <p14:creationId xmlns:p14="http://schemas.microsoft.com/office/powerpoint/2010/main" val="511901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A8B51-E5F9-42B8-A70B-A5D9AFD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65672-0A41-44C5-95DD-C62056E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C784-5D08-4217-8469-22653FBB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D86EF-73C8-4E60-8A07-38F50B8B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端侧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72E9D-3A54-4FE4-82CC-C431CAE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危险声模型在 ESP32-S3 上完成实时推理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c3ce716d4445b"/>
          <a:stretch xmlns:a="http://schemas.openxmlformats.org/drawingml/2006/main"/>
        </p:blipFill>
        <p:spPr>
          <a:xfrm xmlns:a="http://schemas.openxmlformats.org/drawingml/2006/main">
            <a:off x="651933" y="1504950"/>
            <a:ext cx="6773333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273AD-8C25-4B13-AC3F-DD92C225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1925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E4AB2-EBC1-4705-B7A6-2C43AAAF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192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C9724-D583-4184-B0B9-C933253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1 s / 16 kHz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60285-1F28-4DD2-8DA3-3ED4783D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输入音频窗口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44F18-7F6C-4F79-AD10-99D60FE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1A97B-1B50-41A2-B198-8FD10E13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E718C-A579-48BB-BD97-35065AD3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Fbank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D3130-9ECE-4820-8E59-CC290221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671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特征形式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41B69-6594-447E-B300-1368DFD2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85972-33E8-4A22-8902-9B7E55DF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4C275-C346-40A7-86E0-A70C7BB9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ESP-DL int8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10690-E906-4039-906C-62F8BF5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部署方式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60513-5039-49F9-A80F-7EF3BD89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29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PC 端用 PyTorch 训练评估，手表端只运行 .espdl 模型。</a:t>
            </a:r>
          </a:p>
        </p:txBody>
      </p:sp>
    </p:spTree>
    <p:extLst>
      <p:ext uri="{BB962C8B-B14F-4D97-AF65-F5344CB8AC3E}">
        <p14:creationId xmlns:p14="http://schemas.microsoft.com/office/powerpoint/2010/main" val="366356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5A6C6-AEE8-4DB6-B62D-0B90EC6C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39C8E-8FF9-4E7B-AC9E-9D495B3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DA5CA-5382-4B23-BD2C-57E04F9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6D38D-7C33-4260-AF9F-3065895C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本地提醒闭环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26ADC-AA2A-45BD-AFFE-6556E0C4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状态机把单窗模型输出变成可靠的本地提醒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65f15c524ab9"/>
          <a:stretch xmlns:a="http://schemas.openxmlformats.org/drawingml/2006/main"/>
        </p:blipFill>
        <p:spPr>
          <a:xfrm xmlns:a="http://schemas.openxmlformats.org/drawingml/2006/main">
            <a:off x="1551517" y="1581150"/>
            <a:ext cx="5317067" cy="2990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94200-77BD-4BEA-B1D9-FE40F272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85900"/>
            <a:ext cx="2724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6E4F3-314C-4B0B-BCC0-9648D0B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859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2B0B9-B7AB-4636-9B12-F08EDB57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0.95 / 0.90 / 0.85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C636B-3B83-4CC9-A023-E18E8BD2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三档灵敏度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11591-12BF-4AEF-950A-850EFB2A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2724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86ACD-2EB0-4F1C-BABD-9321926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3AF9F-02BB-40B3-B798-A2E0D3CB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33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220 / 90 / 220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67C8F-902B-463B-8D76-216ED190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首次强震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61309-166E-4E30-9383-35E1348D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76700"/>
            <a:ext cx="2724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405D2-518D-4014-8A90-200C0059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767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6A593-100A-4337-8451-023878C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断网仍本地提醒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01505-AFF7-4E26-B9D7-9690E76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67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离线可用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990D5-2809-4522-B20C-13F6B0C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06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连续确认、告警保持、冷却恢复，减少单窗误判造成的打扰。</a:t>
            </a:r>
          </a:p>
        </p:txBody>
      </p:sp>
    </p:spTree>
    <p:extLst>
      <p:ext uri="{BB962C8B-B14F-4D97-AF65-F5344CB8AC3E}">
        <p14:creationId xmlns:p14="http://schemas.microsoft.com/office/powerpoint/2010/main" val="1250747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60CD66-6767-425C-91F3-390DCD30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7D639-C3F9-4F84-8DAF-831926BD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C024-A56B-4245-B888-8FB4EA36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50D84-AEF8-498E-A3CD-B22859B4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验证镜头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37A33-F7B9-4752-85C2-ED65575C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真机验证围绕五组闭环证据展开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28F35-AF21-40AF-9F9A-CA126223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11430">
            <a:solidFill>
              <a:srgbClr val="13B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E69C4-FD01-49EC-AAE2-8A38B2D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98387-C6A0-42AE-9EAD-F7BFB64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整机实物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9692E-4CE6-4115-98A1-A72849D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正面 / 斜 45 度 / 佩戴状态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441F7-8024-4214-8870-01D4E40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AE571-05FA-4476-938E-3BA02E8F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AE41B-481D-45F4-AA11-59184288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危险告警与震动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7D864-4D5B-4B10-818F-B8C2F78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提醒界面 / 状态流转 / 震动帧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77EA9-7663-4121-B6C4-4CA3DFC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8CEC9-3485-45A7-87DA-78520A3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F2504-AA61-405E-9BDD-592091A7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灵敏度与监听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09A7B-CFC7-4D52-A915-B60E448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三档策略 / 安全监听开关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52BDB-F86B-4565-9F38-781CFD71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061DE-88EE-4347-9419-73A1BB51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8D9BA-90D9-48D5-9A23-8E4901F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App 远程提醒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B3AC9-FB13-4E7E-840E-576D4ED4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手表触发 / 手机通知 / 服务日志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3BF40-F24F-4177-8EE8-DD460D26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809750" cy="2476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BF47A-3134-483F-A8C8-FA5820AA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BBF4E-12BE-455D-B88E-33A14D2C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19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SD 样本保存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C3125-71D9-4743-8DE9-AE606D4E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WAV 文件 / JSON 关键字段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1f98afd154be9"/>
          <a:stretch xmlns:a="http://schemas.openxmlformats.org/drawingml/2006/main"/>
        </p:blipFill>
        <p:spPr>
          <a:xfrm xmlns:a="http://schemas.openxmlformats.org/drawingml/2006/main">
            <a:off x="4621742" y="4438650"/>
            <a:ext cx="2167467" cy="12192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2C075-4E7E-4B82-A44B-E7ADFA5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674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五组真实验证材料共同证明端侧识别、本地提醒、远程补充和样本闭环。</a:t>
            </a:r>
          </a:p>
        </p:txBody>
      </p:sp>
    </p:spTree>
    <p:extLst>
      <p:ext uri="{BB962C8B-B14F-4D97-AF65-F5344CB8AC3E}">
        <p14:creationId xmlns:p14="http://schemas.microsoft.com/office/powerpoint/2010/main" val="123624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D2F21-4295-412F-BCF4-44A6675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15741-6205-43B9-ADFE-9DC3BE3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224DE-E699-4741-85C0-F87DBBA0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D3C79-3677-4A1F-BDBF-CB72CF06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性能与完成度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66C3A-C92F-48F3-A1F9-757D9227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指标显示核心链路已经完成板端验证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0CE5C-BCC7-42D5-8193-918B3E6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D648A-CFC2-4DDF-AD2C-7C7E38D7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DCC78-9B4A-4C3C-ACD3-D599377C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96.18%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809B3-4003-432F-92AD-A442B31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离线准确率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210A0-7239-4438-A562-80D157BB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621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382F1-868E-4099-9ABE-BE33A165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621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F4100-E3BA-407C-A0AE-4A9EFB5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93.83%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DA5CA-2404-4AC9-BC83-C78961A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危险召回率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96B54-F608-4803-AC71-62F3F508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B2F13-5D87-45A9-B278-F0DE041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8BB58-8E3F-4091-B29D-0CAEF57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0.00%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81E18-DC74-4930-96B3-D367B19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误报率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80605-AE98-4068-AB1B-E485DE1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4A3BF-ABA1-4BDA-BB75-37B1D51F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6C768-155E-459D-AD68-6E48D572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96.82%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AB234-20BF-44CC-9A80-5263B0F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F1-score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EEFBD-9E8E-4825-9909-00DD159C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9429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3EF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8FFF1-BDE9-4682-9DA7-A08C1BB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555FD-2395-4C77-BB67-25D11D0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131 条，覆盖 background / horn / siren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160C6-3EFD-4339-B946-6CB6525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D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3CB20-2AB5-4FFD-83D6-5A85DED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板端耗时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956929-D01C-468E-85CE-0900205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Fbank 32.66 ms，推理 53.41 ms，合计 86.07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BF732-37AA-4EE7-BD48-72B96121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D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635837-1E0C-4EC4-9637-33E3E87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模型资源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03A1F-5664-41BF-B744-13452EE4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模型约 31.4 KB，ESP-DL int8 部署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F5B44-4E87-4B2E-9C44-70EEA792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D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B448B-F4C8-44A6-A534-53DF61B5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92C3F-EA03-4DAC-9A6B-5F3BF3A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24 h 连续运行无崩溃、无看门狗复位、无内存耗尽</a:t>
            </a:r>
          </a:p>
        </p:txBody>
      </p:sp>
    </p:spTree>
    <p:extLst>
      <p:ext uri="{BB962C8B-B14F-4D97-AF65-F5344CB8AC3E}">
        <p14:creationId xmlns:p14="http://schemas.microsoft.com/office/powerpoint/2010/main" val="1858786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9136A5-3406-4EC1-8964-2AF77C2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F9CDD-DE1F-48AD-A364-AABBDBC1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聆安 Watch / 嵌入式边缘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61B3-B490-461E-940B-42B3A82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D45C4-085C-4E18-B8BB-C94528C7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把边缘 AI 做成可佩戴的安全辅助闭环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B95B-E9E6-4701-87EB-7465E1CD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506A"/>
                </a:solidFill>
                <a:latin typeface="Microsoft YaHei"/>
                <a:ea typeface="Microsoft YaHei"/>
                <a:cs typeface="Microsoft YaHei"/>
              </a:rPr>
              <a:t>聆安 Watch 的价值不是把模型放进手表，而是把识别、判断、提醒、远程补充和样本闭环都落到真机流程里。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49CD3-FC3E-4F6B-B871-DBABC9DA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62E4A-3FE5-42C3-B93E-EA610A5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62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本地安全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7E277-C675-4EA2-A72D-4502EE1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81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端侧识别 + 风险状态机 + 震动屏幕提醒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6156B-375A-4ECC-8D06-D9A93BBB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49872-A8D9-4EFF-8AD7-EB850463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62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远程补充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14A88-7CC6-485E-B0B9-6AE345F4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81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云服务端转发到 App/手机通知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6F350-0107-4180-AADC-D39CDAD7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B6051-0CFC-43F0-835A-46E00C0A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672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70126-FD8D-41E2-AB42-C1DAE02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862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SD 样本支撑误报分析和模型迭代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14C34-C72E-4AA5-857A-F0E50ED5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4340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E0DA0-474B-49B1-94AA-8CD17BB9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672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辅助扩展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9D20F-351E-4615-A95E-D9C372FA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862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2B4C"/>
                </a:solidFill>
                <a:latin typeface="Microsoft YaHei"/>
                <a:ea typeface="Microsoft YaHei"/>
                <a:cs typeface="Microsoft YaHei"/>
              </a:rPr>
              <a:t>Hermes 提供随身任务记录与回执入口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BFF23-D5D3-4482-A30A-D6D82239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11430">
            <a:solidFill>
              <a:srgbClr val="13B8C6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B8C6"/>
                </a:solidFill>
                <a:latin typeface="Microsoft YaHei"/>
                <a:ea typeface="Microsoft YaHei"/>
                <a:cs typeface="Microsoft YaHei"/>
              </a:rPr>
              <a:t>端侧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AE926-B33B-44AD-8F0E-3989E1AF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2001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真机验证</a:t>
            </a:r>
          </a:p>
        </p:txBody>
      </p:sp>
    </p:spTree>
    <p:extLst>
      <p:ext uri="{BB962C8B-B14F-4D97-AF65-F5344CB8AC3E}">
        <p14:creationId xmlns:p14="http://schemas.microsoft.com/office/powerpoint/2010/main" val="299791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2026-07-05T08:35:16.6850000Z</dcterms:created>
  <dcterms:modified xsi:type="dcterms:W3CDTF">2026-07-05T08:35:16.6850000Z</dcterms:modified>
</coreProperties>
</file>