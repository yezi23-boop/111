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9c34e45caf4477" /><Relationship Type="http://schemas.openxmlformats.org/officeDocument/2006/relationships/extended-properties" Target="/docProps/app.xml" Id="R50fb819c8ccb4738" /><Relationship Type="http://schemas.openxmlformats.org/officeDocument/2006/relationships/officeDocument" Target="/ppt/presentation.xml" Id="R1fdea167bfa143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86b088a61440ea"/>
  </p:sldMasterIdLst>
  <p:notesMasterIdLst>
    <p:notesMasterId xmlns:r="http://schemas.openxmlformats.org/officeDocument/2006/relationships" r:id="R7de1608c07fe4608"/>
  </p:notesMasterIdLst>
  <p:sldIdLst>
    <p:sldId xmlns:r="http://schemas.openxmlformats.org/officeDocument/2006/relationships" id="256" r:id="Re460bccd9fe844d9"/>
    <p:sldId xmlns:r="http://schemas.openxmlformats.org/officeDocument/2006/relationships" id="257" r:id="R51616686759f400e"/>
    <p:sldId xmlns:r="http://schemas.openxmlformats.org/officeDocument/2006/relationships" id="258" r:id="R44c16444374347cf"/>
    <p:sldId xmlns:r="http://schemas.openxmlformats.org/officeDocument/2006/relationships" id="259" r:id="R4df2665dd50e42be"/>
    <p:sldId xmlns:r="http://schemas.openxmlformats.org/officeDocument/2006/relationships" id="260" r:id="R8e9e16f03f0542bb"/>
    <p:sldId xmlns:r="http://schemas.openxmlformats.org/officeDocument/2006/relationships" id="261" r:id="Re2b2d1486bb94268"/>
    <p:sldId xmlns:r="http://schemas.openxmlformats.org/officeDocument/2006/relationships" id="262" r:id="Rd65a13bd08ce4b83"/>
    <p:sldId xmlns:r="http://schemas.openxmlformats.org/officeDocument/2006/relationships" id="263" r:id="R062edf9646d84cb9"/>
    <p:sldId xmlns:r="http://schemas.openxmlformats.org/officeDocument/2006/relationships" id="264" r:id="Rf1e3def1446d4f70"/>
    <p:sldId xmlns:r="http://schemas.openxmlformats.org/officeDocument/2006/relationships" id="265" r:id="Rabd61fa440d44ef9"/>
    <p:sldId xmlns:r="http://schemas.openxmlformats.org/officeDocument/2006/relationships" id="266" r:id="R87432dfb80b74576"/>
    <p:sldId xmlns:r="http://schemas.openxmlformats.org/officeDocument/2006/relationships" id="267" r:id="R8897ded2086b42ef"/>
    <p:sldId xmlns:r="http://schemas.openxmlformats.org/officeDocument/2006/relationships" id="268" r:id="R57648fc4f8564a2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4bb40d7f6c4f9d" /><Relationship Type="http://schemas.openxmlformats.org/officeDocument/2006/relationships/slideMaster" Target="/ppt/slideMasters/slideMaster1.xml" Id="R4e86b088a61440ea" /><Relationship Type="http://schemas.openxmlformats.org/officeDocument/2006/relationships/notesMaster" Target="/ppt/notesMasters/notesMaster1.xml" Id="R7de1608c07fe4608" /><Relationship Type="http://schemas.openxmlformats.org/officeDocument/2006/relationships/presProps" Target="/ppt/presProps.xml" Id="R1b9ac8b5c53b4729" /><Relationship Type="http://schemas.openxmlformats.org/officeDocument/2006/relationships/tableStyles" Target="/ppt/tableStyles.xml" Id="R3cd40a3d972c4039" /><Relationship Type="http://schemas.openxmlformats.org/officeDocument/2006/relationships/slide" Target="/ppt/slides/slide1.xml" Id="Re460bccd9fe844d9" /><Relationship Type="http://schemas.openxmlformats.org/officeDocument/2006/relationships/slide" Target="/ppt/slides/slide2.xml" Id="R51616686759f400e" /><Relationship Type="http://schemas.openxmlformats.org/officeDocument/2006/relationships/slide" Target="/ppt/slides/slide3.xml" Id="R44c16444374347cf" /><Relationship Type="http://schemas.openxmlformats.org/officeDocument/2006/relationships/slide" Target="/ppt/slides/slide4.xml" Id="R4df2665dd50e42be" /><Relationship Type="http://schemas.openxmlformats.org/officeDocument/2006/relationships/slide" Target="/ppt/slides/slide5.xml" Id="R8e9e16f03f0542bb" /><Relationship Type="http://schemas.openxmlformats.org/officeDocument/2006/relationships/slide" Target="/ppt/slides/slide6.xml" Id="Re2b2d1486bb94268" /><Relationship Type="http://schemas.openxmlformats.org/officeDocument/2006/relationships/slide" Target="/ppt/slides/slide7.xml" Id="Rd65a13bd08ce4b83" /><Relationship Type="http://schemas.openxmlformats.org/officeDocument/2006/relationships/slide" Target="/ppt/slides/slide8.xml" Id="R062edf9646d84cb9" /><Relationship Type="http://schemas.openxmlformats.org/officeDocument/2006/relationships/slide" Target="/ppt/slides/slide9.xml" Id="Rf1e3def1446d4f70" /><Relationship Type="http://schemas.openxmlformats.org/officeDocument/2006/relationships/slide" Target="/ppt/slides/slide10.xml" Id="Rabd61fa440d44ef9" /><Relationship Type="http://schemas.openxmlformats.org/officeDocument/2006/relationships/slide" Target="/ppt/slides/slide11.xml" Id="R87432dfb80b74576" /><Relationship Type="http://schemas.openxmlformats.org/officeDocument/2006/relationships/slide" Target="/ppt/slides/slide12.xml" Id="R8897ded2086b42ef" /><Relationship Type="http://schemas.openxmlformats.org/officeDocument/2006/relationships/slide" Target="/ppt/slides/slide13.xml" Id="R57648fc4f8564a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042cd6e53440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98ead7d07f4ff4" /><Relationship Type="http://schemas.openxmlformats.org/officeDocument/2006/relationships/notesMaster" Target="/ppt/notesMasters/notesMaster1.xml" Id="R2f99b030e8724d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b46e03b15043d1" /><Relationship Type="http://schemas.openxmlformats.org/officeDocument/2006/relationships/notesMaster" Target="/ppt/notesMasters/notesMaster1.xml" Id="R121f16ffc15b40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0b2e21ff564418" /><Relationship Type="http://schemas.openxmlformats.org/officeDocument/2006/relationships/notesMaster" Target="/ppt/notesMasters/notesMaster1.xml" Id="Rb4c126d7ef6549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3286cfeae5417c" /><Relationship Type="http://schemas.openxmlformats.org/officeDocument/2006/relationships/notesMaster" Target="/ppt/notesMasters/notesMaster1.xml" Id="R49703e78ff4a4a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5aa73ef8014156" /><Relationship Type="http://schemas.openxmlformats.org/officeDocument/2006/relationships/notesMaster" Target="/ppt/notesMasters/notesMaster1.xml" Id="R836b307c41524a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7612374e234232" /><Relationship Type="http://schemas.openxmlformats.org/officeDocument/2006/relationships/notesMaster" Target="/ppt/notesMasters/notesMaster1.xml" Id="Rfeaca9eb085c47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20bbd19e164255" /><Relationship Type="http://schemas.openxmlformats.org/officeDocument/2006/relationships/notesMaster" Target="/ppt/notesMasters/notesMaster1.xml" Id="Rd721d8d2c0ad4d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5671202b3e4791" /><Relationship Type="http://schemas.openxmlformats.org/officeDocument/2006/relationships/notesMaster" Target="/ppt/notesMasters/notesMaster1.xml" Id="Rb6a09b9a2fa240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53aa9cf4fe4928" /><Relationship Type="http://schemas.openxmlformats.org/officeDocument/2006/relationships/notesMaster" Target="/ppt/notesMasters/notesMaster1.xml" Id="R31cc819db82d4b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333d890f13429c" /><Relationship Type="http://schemas.openxmlformats.org/officeDocument/2006/relationships/notesMaster" Target="/ppt/notesMasters/notesMaster1.xml" Id="R5b2db115edd046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e1cd51ac4b4903" /><Relationship Type="http://schemas.openxmlformats.org/officeDocument/2006/relationships/notesMaster" Target="/ppt/notesMasters/notesMaster1.xml" Id="R6806f9ab140b4e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525a518af1408a" /><Relationship Type="http://schemas.openxmlformats.org/officeDocument/2006/relationships/notesMaster" Target="/ppt/notesMasters/notesMaster1.xml" Id="Rb77f4e975cad437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3d354f266f4613" /><Relationship Type="http://schemas.openxmlformats.org/officeDocument/2006/relationships/notesMaster" Target="/ppt/notesMasters/notesMaster1.xml" Id="R6372f8b34ad149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7bea53db7d47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35973f609a4ab8" /><Relationship Type="http://schemas.openxmlformats.org/officeDocument/2006/relationships/slideLayout" Target="/ppt/slideLayouts/slideLayout1.xml" Id="R0d623154227345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623154227345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402e0bd9547ba" /><Relationship Type="http://schemas.openxmlformats.org/officeDocument/2006/relationships/notesSlide" Target="/ppt/notesSlides/notesSlide1.xml" Id="Rb4686ca803c246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1b641a1aa4cfe" /><Relationship Type="http://schemas.openxmlformats.org/officeDocument/2006/relationships/notesSlide" Target="/ppt/notesSlides/notesSlide2.xml" Id="Rb59d66bb17a54e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81cc56afc4289" /><Relationship Type="http://schemas.openxmlformats.org/officeDocument/2006/relationships/notesSlide" Target="/ppt/notesSlides/notesSlide3.xml" Id="Re9dc6e8576b748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4b9b288c04fbf" /><Relationship Type="http://schemas.openxmlformats.org/officeDocument/2006/relationships/notesSlide" Target="/ppt/notesSlides/notesSlide4.xml" Id="Raec57b30ce0346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fd4f020ec4b3f" /><Relationship Type="http://schemas.openxmlformats.org/officeDocument/2006/relationships/notesSlide" Target="/ppt/notesSlides/notesSlide5.xml" Id="Rf7f9c045c97c44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40ba9144d4a20" /><Relationship Type="http://schemas.openxmlformats.org/officeDocument/2006/relationships/notesSlide" Target="/ppt/notesSlides/notesSlide6.xml" Id="Ref73b384e9eb41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ef6b8fe5f46bf" /><Relationship Type="http://schemas.openxmlformats.org/officeDocument/2006/relationships/notesSlide" Target="/ppt/notesSlides/notesSlide7.xml" Id="R2f9dec51a3d245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b0af8c099468d" /><Relationship Type="http://schemas.openxmlformats.org/officeDocument/2006/relationships/notesSlide" Target="/ppt/notesSlides/notesSlide8.xml" Id="R6f56f6840d8546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7de0dab3d4003" /><Relationship Type="http://schemas.openxmlformats.org/officeDocument/2006/relationships/notesSlide" Target="/ppt/notesSlides/notesSlide9.xml" Id="R4de7a268a7834c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57b5c6d684aa2" /><Relationship Type="http://schemas.openxmlformats.org/officeDocument/2006/relationships/notesSlide" Target="/ppt/notesSlides/notesSlide10.xml" Id="R9fc9dcbebe9f47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498a0b7a74966" /><Relationship Type="http://schemas.openxmlformats.org/officeDocument/2006/relationships/notesSlide" Target="/ppt/notesSlides/notesSlide11.xml" Id="R060dbcf3e3ce40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f530d9abd463c" /><Relationship Type="http://schemas.openxmlformats.org/officeDocument/2006/relationships/notesSlide" Target="/ppt/notesSlides/notesSlide12.xml" Id="R4e626ba876b441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39f70b1ca45bd" /><Relationship Type="http://schemas.openxmlformats.org/officeDocument/2006/relationships/notesSlide" Target="/ppt/notesSlides/notesSlide13.xml" Id="R87fafb6ba7ce4a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88EBB8-F5CF-4FEA-8299-CBB372F7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聆安 Watch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619FF-4F4F-4987-8BF0-8D7AA24F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基于 ESP32-S3 与 Hermes 的听障辅助边缘 AI 智能手表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F8370-1DED-498A-8540-BC042AA5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全国大学生嵌入式设计大赛 / 嵌入式边缘 AI 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BE41A-0551-4076-9F90-D00251A9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19150"/>
            <a:ext cx="3143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4A21B-FED2-4215-8E76-3A1FF60C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安全提醒</a:t>
            </a:r>
          </a:p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随身 AI 操控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20104-AFED-4B5A-BA11-BC6F0577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20002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ESP-DL 端侧识别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A0CC2-7F93-4053-9A15-CE9498DF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62500"/>
            <a:ext cx="20955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B21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B21A8"/>
                </a:solidFill>
                <a:latin typeface="Microsoft YaHei"/>
                <a:ea typeface="Microsoft YaHei"/>
                <a:cs typeface="Microsoft YaHei"/>
              </a:rPr>
              <a:t>Hermes 个人助手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41615-1EC3-4C9F-BFA3-08AC753A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6250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微信通知栏告警</a:t>
            </a:r>
          </a:p>
        </p:txBody>
      </p:sp>
    </p:spTree>
    <p:extLst>
      <p:ext uri="{BB962C8B-B14F-4D97-AF65-F5344CB8AC3E}">
        <p14:creationId xmlns:p14="http://schemas.microsoft.com/office/powerpoint/2010/main" val="8550119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8E3FAC-358E-4A00-8F0C-DD9BD099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从听不见危险声，到可感知的安全提醒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13B3D-1BF6-467F-8FF9-2638C71C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项目起点：听障用户在出行和公共场所缺少实时声音线索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0A44B-DA1D-4CE7-9B2B-23937F9E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B23B1-4551-49BE-8440-9A6E7CF8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问题不是“识别一个声音标签”，而是把危险声变成及时、稳定、低打扰的提醒。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BA8B5-0AC4-4031-A1CB-A72E3EAC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C01D7-09E7-40E2-A41B-3D99DFE4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鸣笛：车辆近距离接近，但用户可能无法获得声源线索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AF719-6FF1-4A26-99FA-EB276CB4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B35EF-7321-4F17-8A0B-21ACBF5C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警笛：紧急车辆通行，需要快速避让提示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A8AE2-E793-4085-823D-46C788AC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DD9AC-E1B8-4255-BD29-CD71D4B4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报警声：公共场所安全事件，需要转化为视觉/触觉提醒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0240F-B41E-45F5-B3CC-9A010534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28800"/>
            <a:ext cx="2571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583FD-205E-424C-9B44-782AAF56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52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100E1-583C-4CF2-B6ED-C60107E3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43200"/>
            <a:ext cx="1962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安全提醒必须优先本地闭环。</a:t>
            </a:r>
          </a:p>
          <a:p xmlns:a="http://schemas.openxmlformats.org/drawingml/2006/main">
            <a:pPr algn="ctr">
              <a:def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网络、手机通知和云端优化只能增强，不能成为核心依赖。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52F4C-1F22-4792-9D11-3FD29891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0C68A-FAA8-4099-8596-8A148F03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71098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3A0096-CDA8-47DC-BBCF-590133FC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作品定位：听障辅助手表优先，Hermes 作为服务中枢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0B300-CAF0-4A90-8FF8-3E415977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比赛表达上先讲清“安全辅助”，再展开个人助手能力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5B006-C91D-4792-A9CE-2DAF73EC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6A664-F03A-4553-954E-71F9CEB6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端侧危险声识别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ESP32-S3 + ESP-DL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98589-EC30-482D-BA13-D39397B8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5740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B91C1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本地提醒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屏幕高对比 + 震动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655B6-FC53-4A5A-9392-8E24BF48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Hermes 随身入口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语音/文本任务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964ED-97A7-4E49-96EE-3088F085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5740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数据闭环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样本积累 + 模型优化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62300" y="2619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43600" y="2619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24900" y="2619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82475-E83A-4A86-82D1-BE4F8068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一句话讲法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DB182-75B9-40AC-9A21-526B7592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聆安 Watch 是一款面向听障人群的边缘 AI 安全提醒手表，同时也是 Hermes 个人助手的随身操控入口。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A3F08-7236-4AF7-BACC-935E284B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88119-2414-43B8-8170-EDED21A6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7290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BADC97-DC9E-4470-A4C6-F59F42A0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系统总体架构：端侧安全闭环 + 云端助手协同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F2065-E286-496E-80FB-034FB984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手表端只做随身输入、本地判断和状态展示；复杂服务交给 endpoint 与 Hermes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C43BB-38BB-477B-816E-4A52A30A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6F65B-391B-4A52-8F00-303C8180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24125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B91C1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环境危险声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鸣笛/警笛/报警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5EE0C-4D44-4F45-87CC-6A247AA0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24125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ESP32-S3 手表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采集/推理/显示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5DDBC-E660-4FDE-81EE-3758F2D9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24125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watch endpoint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鉴权/ASR/超时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9D932-D613-4B2A-B1A3-86F01F57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24125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Hermes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记忆/任务/协同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97BE1-CD15-464B-A1A2-7EB29FF7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24125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3335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电脑端协同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资料/文件/日程</a:t>
            </a:r>
          </a:p>
        </p:txBody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05050" y="30003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667250" y="30003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029450" y="30003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91650" y="30003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2CA9C-663A-40EC-BC78-E22FDD4B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33875"/>
            <a:ext cx="1809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B91C1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本地提醒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屏幕/震动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FC819-BBAA-45D2-8853-5F36CE08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33875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事件数据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日志/置信度/场景</a:t>
            </a:r>
          </a:p>
        </p:txBody>
      </p:sp>
      <p:cxnSp>
        <p:nvCxnSpPr>
          <p:cNvPr id="34" name=""/>
          <p:cNvCxnSpPr>
            <a:stCxn xmlns:a="http://schemas.openxmlformats.org/drawingml/2006/main" id="5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762375" y="347662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5" idx="2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762375" y="3476625"/>
            <a:ext cx="2638425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dash"/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14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6124575" y="3476625"/>
            <a:ext cx="132397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dash"/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CB59F-D3B2-4BA8-94C2-16D3D474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A4A14-DE50-4B2E-A1C4-377F6174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787147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A27068-C287-4D14-B035-2C176145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端侧危险声识别：只把最关键的安全判断放在本地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A50B2-22A9-4548-AE67-EA636792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首版主线聚焦 siren / horn / alarm 三类高价值危险声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6D7CE-EB4F-4BDD-B6FA-53F3CDEE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3E9E8-45EF-4C02-BBC4-DA32B03B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4097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3335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麦克风采集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7F572-7206-4A6E-9544-841F523F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81250"/>
            <a:ext cx="14097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3335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滑窗重采样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A243A-255C-4ED8-943F-80E140B4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14097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3335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Fbank 特征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B3CEC-5DD5-4DCC-BDB8-7AEAC778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14097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ESP-DL 推理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8657D-C951-4F0A-82E9-D645CED3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81250"/>
            <a:ext cx="14097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风险融合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DF3FB-08AD-4E00-9664-232765E7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381250"/>
            <a:ext cx="14097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B91C1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屏幕/震动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114550" y="27813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19550" y="27813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24550" y="27813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829550" y="27813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734550" y="27813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271BC-88B8-4168-B4CE-7247F922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6D658-3B14-46B6-B4B2-EE75EB5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核心安全提醒不依赖网络，断网后仍能本地判断与提示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84BE2-E58C-4F6E-9B61-62D9EE77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A3A5B-637D-4E02-BE87-28FEC6F6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86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单窗推理不是最终提醒，必须经过连续证据确认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73442-131B-417F-9115-FBADC8BC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76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B947CD-A806-4126-BFF6-FE720F08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006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模型文件约 31.4 KB，适配 ESP32-S3 资源预算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1F8801-142C-4285-B52E-84F12EF6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5536B-51DD-40BC-BC14-154770C3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548025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090574-5810-4B60-8D0E-4B9DDD84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风险状态机：把模型输出变成稳定产品状态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2EA8B-2362-4DB2-8756-50F327CE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避免一次尖峰误判直接触发强告警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B44D2-98D0-49CE-AF55-1889219B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06163-7511-442D-BFE7-254D161A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5811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3335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Off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9E8CB-8BB1-428E-8156-BDED39F1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28875"/>
            <a:ext cx="1809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Monitoring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正常监听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B9D14-0D8D-4B82-8081-F2D94DDB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28875"/>
            <a:ext cx="1809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Suspicious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可疑证据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F3493-46ED-44A4-B39C-62A73223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28875"/>
            <a:ext cx="1809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B91C1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Alerting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正式提醒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81133-FB0C-4C4D-B82D-A77D21C8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95750"/>
            <a:ext cx="1809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Cooldown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冷却抑制</a:t>
            </a:r>
          </a:p>
        </p:txBody>
      </p:sp>
      <p:cxnSp>
        <p:nvCxnSpPr>
          <p:cNvPr id="2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533650" y="28479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914900" y="28479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96150" y="28479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296150" y="3267075"/>
            <a:ext cx="1476375" cy="1247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 flipV="1">
            <a:off x="4010025" y="3267075"/>
            <a:ext cx="1476375" cy="1247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7CB050-086B-4577-9AEB-A4D2C4A3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实测流转：MONITORING → SUSPICIOUS → ALERTING → COOLDOWN → MONITORING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3A49F-80A5-4124-8668-91789E8C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1B1996-61B7-486B-809E-617E3314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134696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20874A-ACFF-443E-B77E-880BBB8E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Hermes 联动：手表是个人助手的随身操控设备端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C2478-2977-4E03-BAE3-09B8C24A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ESP32-S3 保持轻量，长期记忆和复杂任务交给 Hermes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3E9AA-448B-4351-B85D-36798090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36674-120E-4334-BFD9-8BB3B6FC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600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3335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语音/文本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E3537-EE81-46BC-B235-C6238347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76500"/>
            <a:ext cx="1600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手表端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录音/文本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92E5C-231A-4D42-A432-0484F737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76500"/>
            <a:ext cx="1905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watch endpoint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鉴权/幂等/超时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D9832-3FCD-4FE6-91F5-34689622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76500"/>
            <a:ext cx="1600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ASR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语音转文本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869E6-56B6-485C-BB5C-62D7B5DF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76500"/>
            <a:ext cx="1905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Hermes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记忆/任务/协同</a:t>
            </a:r>
          </a:p>
        </p:txBody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28850" y="29146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324350" y="29146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724650" y="29146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820150" y="29146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E976B-EE49-48B6-A517-0CA15298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91000"/>
            <a:ext cx="1905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3335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电脑端工具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文件/查询/内容生成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F014A-6208-42B3-91B7-69B43E12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91000"/>
            <a:ext cx="1905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固定 JSON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回执/动作/状态</a:t>
            </a:r>
          </a:p>
        </p:txBody>
      </p:sp>
      <p:cxnSp>
        <p:nvCxnSpPr>
          <p:cNvPr id="34" name=""/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0267950" y="3352800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6724650" y="4610100"/>
            <a:ext cx="2590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dash"/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14" idx="1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 flipV="1">
            <a:off x="3524250" y="3352800"/>
            <a:ext cx="129540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1A32C2-B452-4DE1-AD8D-0419BBB0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18D65-8F84-4304-8CC2-AADF9AA4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116735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FEFE70-3A39-41A1-A6E3-6AA7175E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手机通知栏告警：复用 OneNET + 微信订阅消息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075F0-5C7D-46C3-B267-BBD02FFB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不加 EMQX，不让小程序直连 MQTT，先跑通最小闭环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7909A-5CAE-4B2E-995E-FB4D9EC7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51A7C-95F2-4423-A0E5-903B7E71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6383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ESP32-S3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危险识别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A8887-2D22-4A12-9E28-A1D3A1BC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16383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OneNET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MQTT 上报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0EA4E-8914-4CB2-86C9-11BFCE92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81250"/>
            <a:ext cx="16383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规则引擎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HTTP 转发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D9144-987A-4DEC-9001-632698F4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6383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云服务器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绑定/鉴权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FA6DE-546F-427B-BB78-6D65D661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1809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B91C1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微信订阅消息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手机通知栏</a:t>
            </a:r>
          </a:p>
        </p:txBody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24100" y="28003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76750" y="28003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629400" y="28003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82050" y="28003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FADB3-DEC0-4251-9EA3-C40BA51D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6B060-AA80-4149-A39E-6CBFE7E5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00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手表端代码基本不改：按现有 MQTT 链路上报告警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9A9CB-C5A0-4518-93C4-19F42230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81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E8EC61-7A0E-4F7A-9FE8-99CFA622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开发阶段可先用公网 IP + 端口完成 OneNET 到云服务器转发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94A055-E133-490D-8BE9-D76B6BD1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76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BE7F7C-9A1C-444A-B562-C905A944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006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正式上线再补合法域名、模板审核、用户授权和设备绑定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0F0C20-61D2-4E82-8F27-ED367595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8B3E1-10DA-4641-BF30-AAFE7419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491936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FD97C5-0873-478C-ACF4-2265E6BC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数据闭环：让模型从演示样机走向可持续优化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9B8CD-8C08-47BB-A4CA-06DDCD41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危险事件不是只提醒一次，也可以成为后续训练和误报分析的数据来源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6E9EE-B667-40FA-8515-C9AFA9FA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EE837-0AF1-4210-B572-D72A2642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00250"/>
            <a:ext cx="161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B91C1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危险事件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4F3B8-0AB7-4C14-B7EF-BDEC4CE8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61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事件记录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35E4D-310D-428F-B93A-B96E6BCB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61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上传服务器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ACF20-DFA6-4C5F-80E7-D5779231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161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样本积累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2C2FE-83A8-4C20-8CB0-72A9710C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48125"/>
            <a:ext cx="161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误报分析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8D41F-0648-46BA-BF87-4C213B9C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48125"/>
            <a:ext cx="161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训练优化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F1ACE-2C89-4290-94E1-AA373A59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48125"/>
            <a:ext cx="161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量化部署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40354-28EA-4926-B02D-BEFCACC9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48125"/>
            <a:ext cx="161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手表更新</a:t>
            </a:r>
          </a:p>
        </p:txBody>
      </p: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52750" y="23622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334000" y="23622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15250" y="23622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286875" y="2724150"/>
            <a:ext cx="0" cy="1323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715250" y="44100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5334000" y="44100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2952750" y="44100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soli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11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2143125" y="2724150"/>
            <a:ext cx="0" cy="1323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875"/>
            </a:solidFill>
            <a:prstDash val="dash"/>
            <a:tailEnd type="arrow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13DB2-87D4-4DC9-A7D6-5A34CE1A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7E7717-9338-4E2A-8723-91AEC076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2736020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651DB0-5259-4CFF-AA45-A0F7D1D5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当前完成情况：核心链路已形成，证据截图继续补齐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9857E-26F5-446E-A0C2-152CE5B3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适合初赛/校内答辩先讲“系统已打通 + 后续证据位明确”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C682A-0D5B-4F29-858F-8B37E9A2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012E3-5DB2-4FB7-9795-A4C33E4B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8877B-2020-43DD-BF01-FE543BE9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4EA7C-1EDC-4794-97AE-5E032F1E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193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816ED-5A18-40DC-8AA2-D5F93805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19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DE493-E59D-4B20-904F-7E0316CD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D3583-E020-4F3F-A2CB-17A446FC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端侧推理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FA3AE-74B6-42B6-84B9-0D9F4A59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765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ESP-DL 模型、音频处理、danger/non-danger 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AB0C2-D718-442B-98B7-E2C1CC13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已触发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1A5FE-C745-4F5D-A98A-DF969CB9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F3469-A1E9-4DB2-8062-72D1DD2E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风险状态机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EAB0AE-326C-4F37-A4CE-E9895C63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99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连续确认、Alerting、Cooldown 流转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EE9C2-6917-4846-B436-B3964573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09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已观测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7AEDF-CAAF-4A1A-A17E-AE536BCD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42A3C-DBB2-4D98-9067-63D387EF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Hermes 联动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BA7986-6085-4F9E-9796-5B55971E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433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文本/语音请求经 endpoint 返回固定 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E034B1-2E24-455D-A4FE-E53C4BE4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433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已联调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ED1F35-507D-44AD-A125-378FD9BB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FBBAB6-5CD2-4DAD-B9F8-FE1A9A76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手机通知栏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4030E3-B340-4427-AE28-9A0AD5F6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767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OneNET → 云服务器 → 微信订阅消息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593FC0-ABFB-4AA8-9CA0-2E829EA5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767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待联调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748807-8ECB-4F70-9BCF-AAE9DC1A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E78FED-DDEB-414A-A4E7-F29EAFDB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实物/截图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0A980F-B1DF-4520-876A-11EF1937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101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手表照片、危险提醒界面、Hermes 回执、通知栏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855F3C-28D6-4B4A-95F1-1C57315F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待补拍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45856F-5089-4D0F-96B7-59014B91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053AB2-E365-4B9B-AF8B-C59A69CF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8480841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E1D81A-E982-457B-92F8-FBDC7644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关键指标：先用可验证数据支撑“能跑起来”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E90AB-302D-4F62-902B-638334FE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最终版继续补断网提醒、手机通知耗时和 V59 专项日志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393BF-DDFA-4C8E-8106-B4F9A5C3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A475A-46D5-459E-9417-FC81CCB8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0E5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CA830-1025-4226-9F81-8CC12545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31.4 KB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38ABB-FF86-4175-AA21-89E48592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当前 active ESP-DL 模型文件大小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F8B5F-8546-4D05-80C0-32B26C00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621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0E5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BA40D-9107-4CDF-A2D0-0D148579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1455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380-400</a:t>
            </a:r>
          </a:p>
          <a:p xmlns:a="http://schemas.openxmlformats.org/drawingml/2006/main">
            <a:pPr algn="l">
              <a:defRPr sz="24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297C7-E368-4C26-9F93-241B21D8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765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首次 danger 到 ALERTING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F7B22-8163-4F0E-B003-AFD131EC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621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0E5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234B7-5039-4730-9487-2EFFF12C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约 8.2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25EA6-9180-4F2E-B33E-DEA468BF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Hermes 语音请求到回执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BA07C-88C2-4F75-A6C3-8E021032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621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0E5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53E49-151D-4E2C-AD34-91F126FE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1455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90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00C7D-4477-4A86-908E-66AA596D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安全监听稳定性测试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7B008-91F4-4564-905C-847CD0A8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EF137-A85A-441D-A0EB-E6B4C6BF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481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V3.4 日志：internal 6.5 KB / PSRAM 202.5 KB / flash 25.8 KB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3839A-8D96-40E6-901E-3104879D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00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05E3C-FAA2-44F9-8D00-E61235A0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244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状态机日志已观测完整流转，未出现 panic / watchdog / OOM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0CA4DE-9264-4A8C-9317-B419F742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76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0CF61-CA2A-4EFE-8139-80AC0A3E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006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待补：断网本地提醒视频、OneNET 到微信通知栏端到端耗时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7CDEAA-F65C-4A42-8734-762BD4DB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EE70F-984C-4AD1-B819-27360347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6736512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8770B8-D9EF-477B-A2D8-254B59F7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演示素材清单：这些图补上，答辩说服力会明显提升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BC207-9296-4168-9E18-65A3AA89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不伪造证据，全部用真实拍摄或真实截图替换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3FF21-84E3-4CC9-BDF1-C460743A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3AB74-9260-46C2-A846-1177B5E2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5F7A4-0B28-4917-BD15-199EA656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待补真实证据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69910-FBCC-4BB9-AC5F-E8891C3A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手表实物：正面 + 斜 45 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00F74-F4B0-48CA-BC66-5BD49D0B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5A8B2-D7C4-4DA4-8F17-4F3AD7B6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05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待补真实证据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90CDA-2116-48C3-A717-C4720C36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危险提醒界面：ALERTING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4FBE9-5DAD-4A92-B020-0CD956A5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4382F-C89B-4190-B963-0040A3AD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待补真实证据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3A11E-99FC-4AE0-8A3D-AD99A254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Hermes 回执页面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A8494-A151-468B-A2E9-CF77868F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8009C-532C-428B-B463-46D67B70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待补真实证据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3057A-6806-42B8-BFFA-F61E0884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手机通知栏：微信订阅消息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EF676-12FA-4B47-BF10-EA3D7AA2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E946A-04E3-4AF1-9BF4-F7DFD4AF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529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待补真实证据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5343C-134C-4B2C-974E-01555AF6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815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OneNET 规则命中 + 云服务器日志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58EF93-3893-489E-98CA-B9EB5F78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05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97DDF-EB31-40BF-9011-71ED55FD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529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待补真实证据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BA5485-EF09-402C-9351-38D53DF5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815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断网本地提醒视频关键帧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9950E-51A0-4528-8A4E-C40C7AB8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A68C0B-2EDD-4C0C-BD9F-D6F68AA0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5428470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7C41E6-CCD4-46CC-874B-63C51195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总结：把边缘 AI 做成真正可用的安全辅助入口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F9B64-9016-4E6F-8F3F-EF3F23AA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项目价值 = 本地安全闭环 + Hermes 长期服务 + 数据持续优化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73C88-C1EC-4A26-B32B-3A843DB4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3675D-5A30-4CC4-B21A-5BF508E8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9334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聆安 Watch 的核心不是“跑模型”，而是把危险声识别、稳定提醒、个人助手和数据闭环合成一个面向听障用户的可穿戴安全辅助系统。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00A67-460A-45DB-9DD2-C55DC18C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3C64A-D179-41F7-83AD-73DE4186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147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比赛主线：听障辅助边缘 AI 智能手表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3D6D7-A8B6-4BD5-A20B-15D5FCCB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B3BFF-BDAD-4B39-BF88-95A83553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672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技术亮点：ESP32-S3 端侧识别、风险状态机、Hermes 跨设备协同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D45E2-8678-4846-8C60-BA4798F0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95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D0B59-AADF-4929-BF07-40968FC1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96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后续收尾：补齐真实截图、手机通知联调和演示视频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84F27-7D9B-4547-8894-43B86C69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2C1A9-8B50-40AF-8D2D-75D2A3B1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2182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2026-07-01T06:16:50.0110000Z</dcterms:created>
  <dcterms:modified xsi:type="dcterms:W3CDTF">2026-07-01T06:16:50.0110000Z</dcterms:modified>
</coreProperties>
</file>